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ocDesk">
  <a:themeElements>
    <a:clrScheme name="DocDesk">
      <a:dk1>
        <a:srgbClr val="22211D"/>
      </a:dk1>
      <a:lt1>
        <a:srgbClr val="F0EBE2"/>
      </a:lt1>
      <a:dk2>
        <a:srgbClr val="28271F"/>
      </a:dk2>
      <a:lt2>
        <a:srgbClr val="B0A897"/>
      </a:lt2>
      <a:accent1>
        <a:srgbClr val="D97757"/>
      </a:accent1>
      <a:accent2>
        <a:srgbClr val="E0A03E"/>
      </a:accent2>
      <a:accent3>
        <a:srgbClr val="2DD4A0"/>
      </a:accent3>
      <a:accent4>
        <a:srgbClr val="60A5FA"/>
      </a:accent4>
      <a:accent5>
        <a:srgbClr val="A78BFA"/>
      </a:accent5>
      <a:accent6>
        <a:srgbClr val="E05C6A"/>
      </a:accent6>
      <a:hlink>
        <a:srgbClr val="60A5FA"/>
      </a:hlink>
      <a:folHlink>
        <a:srgbClr val="A78BFA"/>
      </a:folHlink>
    </a:clrScheme>
    <a:fontScheme name="DocDesk">
      <a:majorFont>
        <a:latin typeface="Manrope"/>
      </a:majorFont>
      <a:minorFont>
        <a:latin typeface="Manrope"/>
      </a:minorFont>
    </a:fontScheme>
    <a:fmtScheme name="DocDesk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